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slide notes only / Заметки только третьего слайда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title / Первый заголовок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 body with two words</a:t>
            </a:r>
          </a:p>
          <a:p>
            <a:r>
              <a:t>Русский текст с пробелами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 title / Третий заголовок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Last body / Последний текст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Original synthetic slide fixture</dc:title>
  <dc:subject/>
  <dc:creator>legacy-office-parser synthetic fixtures</dc:creator>
  <cp:keywords/>
  <dc:description>generated using python-pptx</dc:description>
  <cp:lastModifiedBy>legacy-office-parser synthetic fixtures</cp:lastModifiedBy>
  <cp:revision>1</cp:revision>
  <dcterms:created xsi:type="dcterms:W3CDTF">2026-01-01T00:00:00Z</dcterms:created>
  <dcterms:modified xsi:type="dcterms:W3CDTF">2026-01-01T00:00:00Z</dcterms:modified>
  <cp:category/>
</cp:coreProperties>
</file>